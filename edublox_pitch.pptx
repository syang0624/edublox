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67E8F9"/>
                </a:solidFill>
              </a:defRPr>
            </a:pPr>
            <a:r>
              <a:t>EDUBLOX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18CF8"/>
                </a:solidFill>
              </a:defRPr>
            </a:pPr>
            <a:r>
              <a:t>Team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University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[Your University]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Team Members</a:t>
            </a:r>
          </a:p>
          <a:p>
            <a:pPr>
              <a:defRPr sz="2000" b="0">
                <a:solidFill>
                  <a:srgbClr val="FFFFFF"/>
                </a:solidFill>
              </a:defRPr>
            </a:pPr>
            <a:r>
              <a:t>Steven  --  Frontend (Next.js, React, Tailwind)</a:t>
            </a:r>
          </a:p>
          <a:p>
            <a:pPr>
              <a:defRPr sz="2000" b="0">
                <a:solidFill>
                  <a:srgbClr val="FFFFFF"/>
                </a:solidFill>
              </a:defRPr>
            </a:pPr>
            <a:r>
              <a:t>Nori  --  Backend (FastAPI, Python, AI/LLM Integration)</a:t>
            </a:r>
          </a:p>
          <a:p>
            <a:pPr>
              <a:defRPr sz="2000" b="0">
                <a:solidFill>
                  <a:srgbClr val="FFFFFF"/>
                </a:solidFill>
              </a:defRPr>
            </a:pPr>
            <a:r>
              <a:t>Madi  --  Roblox (Luau, Game Design, 3D World Building)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Previous Highlights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[Your hackathon wins / notable projects here]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Why This Team?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Three complementary skill sets -- web, AI/backend, and game dev --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covering the full stack needed to bridge education and gaming.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67E8F9"/>
                </a:solidFill>
              </a:defRPr>
            </a:pPr>
            <a:r>
              <a:t>EDUBLOX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18CF8"/>
                </a:solidFill>
              </a:defRPr>
            </a:pPr>
            <a:r>
              <a:t>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67E8F9"/>
                </a:solidFill>
              </a:defRPr>
            </a:pPr>
            <a:r>
              <a:t>"Turn any study material into a playable Roblox mission in 90 seconds."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18CF8"/>
                </a:solidFill>
              </a:defRPr>
            </a:pPr>
            <a:r>
              <a:t>The Problem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Students struggle to stay engaged with traditional study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materials. Existing edtech feels like homework, not play.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Roblox is where kids already spend hours -- but there's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no easy way to turn real coursework into gameplay.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18CF8"/>
                </a:solidFill>
              </a:defRPr>
            </a:pPr>
            <a:r>
              <a:t>Our Solution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Upload any PDF. AI generates a personalized 3-mission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game plan and launches it directly in Roblox: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1. NPC Dialogue  --  chat with an AI space guide</a:t>
            </a:r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2. Sequencing Puzzle  --  order items on an alien console</a:t>
            </a:r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3. Exploration Hunt  --  scan objects in an asteroid field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</a:p>
          <a:p>
            <a:pPr>
              <a:defRPr sz="1700" b="0">
                <a:solidFill>
                  <a:srgbClr val="94A3B8"/>
                </a:solidFill>
              </a:defRPr>
            </a:pPr>
            <a:r>
              <a:t>Powered by persistent learner memory that adapts</a:t>
            </a:r>
          </a:p>
          <a:p>
            <a:pPr>
              <a:defRPr sz="1700" b="0">
                <a:solidFill>
                  <a:srgbClr val="94A3B8"/>
                </a:solidFill>
              </a:defRPr>
            </a:pPr>
            <a:r>
              <a:t>to each student over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
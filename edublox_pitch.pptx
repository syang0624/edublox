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67E8F9"/>
                </a:solidFill>
              </a:defRPr>
            </a:pPr>
            <a:r>
              <a:t>EDUBLOX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18CF8"/>
                </a:solidFill>
              </a:defRPr>
            </a:pPr>
            <a:r>
              <a:t>Team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University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[Your University]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Team Members</a:t>
            </a:r>
          </a:p>
          <a:p>
            <a:pPr>
              <a:defRPr sz="2000" b="0">
                <a:solidFill>
                  <a:srgbClr val="FFFFFF"/>
                </a:solidFill>
              </a:defRPr>
            </a:pPr>
            <a:r>
              <a:t>Steven  --  Frontend (Next.js, React, Tailwind)</a:t>
            </a:r>
          </a:p>
          <a:p>
            <a:pPr>
              <a:defRPr sz="2000" b="0">
                <a:solidFill>
                  <a:srgbClr val="FFFFFF"/>
                </a:solidFill>
              </a:defRPr>
            </a:pPr>
            <a:r>
              <a:t>Nori  --  Backend (FastAPI, Python, AI/LLM Integration)</a:t>
            </a:r>
          </a:p>
          <a:p>
            <a:pPr>
              <a:defRPr sz="2000" b="0">
                <a:solidFill>
                  <a:srgbClr val="FFFFFF"/>
                </a:solidFill>
              </a:defRPr>
            </a:pPr>
            <a:r>
              <a:t>Madi  --  Roblox (Luau, Game Design, 3D World Building)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Previous Highlights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[Your hackathon wins / notable projects here]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Why This Team?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Three complementary skill sets -- web, AI/backend, and game dev --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covering the full stack needed to bridge education and gaming.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67E8F9"/>
                </a:solidFill>
              </a:defRPr>
            </a:pPr>
            <a:r>
              <a:t>EDUBLOX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18CF8"/>
                </a:solidFill>
              </a:defRPr>
            </a:pPr>
            <a:r>
              <a:t>Product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67E8F9"/>
                </a:solidFill>
              </a:defRPr>
            </a:pPr>
            <a:r>
              <a:t>"Turn any study material into a playable Roblox mission in 90 seconds."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8CF8"/>
                </a:solidFill>
              </a:defRPr>
            </a:pPr>
            <a:r>
              <a:t>The Problem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Students struggle to stay engaged with traditional study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materials. Existing edtech feels like homework, not play.</a:t>
            </a:r>
          </a:p>
          <a:p>
            <a:pPr>
              <a:defRPr sz="1000" b="0">
                <a:solidFill>
                  <a:srgbClr val="FFFFFF"/>
                </a:solidFill>
              </a:defRPr>
            </a:pP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Roblox is where kids already spend hours -- but there's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no easy way to turn real coursework into gameplay.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8CF8"/>
                </a:solidFill>
              </a:defRPr>
            </a:pPr>
            <a:r>
              <a:t>Our Solution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Upload any PDF. AI generates a personalized 3-mission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t>game plan and launches it directly in Roblox:</a:t>
            </a:r>
          </a:p>
          <a:p>
            <a:pPr>
              <a:defRPr sz="1000" b="0">
                <a:solidFill>
                  <a:srgbClr val="FFFFFF"/>
                </a:solidFill>
              </a:defRPr>
            </a:pP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1. NPC Dialogue  --  chat with an AI space guide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2. Sequencing Puzzle  --  order items on an alien console</a:t>
            </a:r>
          </a:p>
          <a:p>
            <a:pPr>
              <a:defRPr sz="1700" b="0">
                <a:solidFill>
                  <a:srgbClr val="FFFFFF"/>
                </a:solidFill>
              </a:defRPr>
            </a:pPr>
            <a:r>
              <a:t>3. Exploration Hunt  --  scan objects in an asteroid field</a:t>
            </a:r>
          </a:p>
          <a:p>
            <a:pPr>
              <a:defRPr sz="1000" b="0">
                <a:solidFill>
                  <a:srgbClr val="FFFFFF"/>
                </a:solidFill>
              </a:defRPr>
            </a:pPr>
          </a:p>
          <a:p>
            <a:pPr>
              <a:defRPr sz="1700" b="0">
                <a:solidFill>
                  <a:srgbClr val="94A3B8"/>
                </a:solidFill>
              </a:defRPr>
            </a:pPr>
            <a:r>
              <a:t>Powered by persistent learner memory that adapts</a:t>
            </a:r>
          </a:p>
          <a:p>
            <a:pPr>
              <a:defRPr sz="1700" b="0">
                <a:solidFill>
                  <a:srgbClr val="94A3B8"/>
                </a:solidFill>
              </a:defRPr>
            </a:pPr>
            <a:r>
              <a:t>to each student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67E8F9"/>
                </a:solidFill>
              </a:defRPr>
            </a:pPr>
            <a:r>
              <a:t>EDUBLOX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18CF8"/>
                </a:solidFill>
              </a:defRPr>
            </a:pPr>
            <a:r>
              <a:t>How It Works: Butterbase + EverOS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7E8F9"/>
                </a:solidFill>
              </a:defRPr>
            </a:pPr>
            <a:r>
              <a:t>Butterbase  --  Runs the App</a:t>
            </a:r>
          </a:p>
          <a:p>
            <a:pPr>
              <a:defRPr sz="600" b="0">
                <a:solidFill>
                  <a:srgbClr val="FFFFFF"/>
                </a:solidFill>
              </a:defRPr>
            </a:pPr>
          </a:p>
          <a:p>
            <a:pPr>
              <a:defRPr sz="1400" b="1">
                <a:solidFill>
                  <a:srgbClr val="818CF8"/>
                </a:solidFill>
              </a:defRPr>
            </a:pPr>
            <a:r>
              <a:t>LLM Gateway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All AI calls (plan generation, NPC chat) route through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Butterbase. No direct model-provider keys in the app.</a:t>
            </a:r>
          </a:p>
          <a:p>
            <a:pPr>
              <a:defRPr sz="800" b="0">
                <a:solidFill>
                  <a:srgbClr val="FFFFFF"/>
                </a:solidFill>
              </a:defRPr>
            </a:pPr>
          </a:p>
          <a:p>
            <a:pPr>
              <a:defRPr sz="1400" b="1">
                <a:solidFill>
                  <a:srgbClr val="818CF8"/>
                </a:solidFill>
              </a:defRPr>
            </a:pPr>
            <a:r>
              <a:t>Durable Database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Persists uploads, plans, sessions, and events.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Write-through cache: fast in-memory reads,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Butterbase writes for durability. Backend restarts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never kill live plan URLs or game sessions.</a:t>
            </a:r>
          </a:p>
          <a:p>
            <a:pPr>
              <a:defRPr sz="800" b="0">
                <a:solidFill>
                  <a:srgbClr val="FFFFFF"/>
                </a:solidFill>
              </a:defRPr>
            </a:pPr>
          </a:p>
          <a:p>
            <a:pPr>
              <a:defRPr sz="1400" b="1">
                <a:solidFill>
                  <a:srgbClr val="818CF8"/>
                </a:solidFill>
              </a:defRPr>
            </a:pPr>
            <a:r>
              <a:t>Resilient by Design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Every call is best-effort with short timeouts.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If unreachable, app degrades to in-memory only.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Gameplay is never blocked.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7E8F9"/>
                </a:solidFill>
              </a:defRPr>
            </a:pPr>
            <a:r>
              <a:t>EverOS  --  Remembers the Learner</a:t>
            </a:r>
          </a:p>
          <a:p>
            <a:pPr>
              <a:defRPr sz="600" b="0">
                <a:solidFill>
                  <a:srgbClr val="FFFFFF"/>
                </a:solidFill>
              </a:defRPr>
            </a:pPr>
          </a:p>
          <a:p>
            <a:pPr>
              <a:defRPr sz="1400" b="1">
                <a:solidFill>
                  <a:srgbClr val="818CF8"/>
                </a:solidFill>
              </a:defRPr>
            </a:pPr>
            <a:r>
              <a:t>Long-Term Learner Memory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NPC chat turns and mission milestones are written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to EverOS. Its extraction pipeline distills them into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a learner profile, traits, interests, and patterns.</a:t>
            </a:r>
          </a:p>
          <a:p>
            <a:pPr>
              <a:defRPr sz="800" b="0">
                <a:solidFill>
                  <a:srgbClr val="FFFFFF"/>
                </a:solidFill>
              </a:defRPr>
            </a:pPr>
          </a:p>
          <a:p>
            <a:pPr>
              <a:defRPr sz="1400" b="1">
                <a:solidFill>
                  <a:srgbClr val="818CF8"/>
                </a:solidFill>
              </a:defRPr>
            </a:pPr>
            <a:r>
              <a:t>Personalized Plans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Each new plan runs 3 parallel memory recalls: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what they've mastered, where they struggle,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and who they are. Session 2 knows Session 1.</a:t>
            </a:r>
          </a:p>
          <a:p>
            <a:pPr>
              <a:defRPr sz="800" b="0">
                <a:solidFill>
                  <a:srgbClr val="FFFFFF"/>
                </a:solidFill>
              </a:defRPr>
            </a:pPr>
          </a:p>
          <a:p>
            <a:pPr>
              <a:defRPr sz="1400" b="1">
                <a:solidFill>
                  <a:srgbClr val="818CF8"/>
                </a:solidFill>
              </a:defRPr>
            </a:pPr>
            <a:r>
              <a:t>Memory Reveal Panel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Parents see the exact recalled memory the AI uses.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Proves the tutor's memory is real, not scripted.</a:t>
            </a:r>
          </a:p>
          <a:p>
            <a:pPr>
              <a:defRPr sz="800" b="0">
                <a:solidFill>
                  <a:srgbClr val="FFFFFF"/>
                </a:solidFill>
              </a:defRPr>
            </a:pPr>
          </a:p>
          <a:p>
            <a:pPr>
              <a:defRPr sz="1400" b="1">
                <a:solidFill>
                  <a:srgbClr val="818CF8"/>
                </a:solidFill>
              </a:defRPr>
            </a:pPr>
            <a:r>
              <a:t>Never on the Critical Path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Writes happen on a background thread. Zero latency</a:t>
            </a:r>
          </a:p>
          <a:p>
            <a:pPr>
              <a:defRPr sz="1600" b="0">
                <a:solidFill>
                  <a:srgbClr val="FFFFFF"/>
                </a:solidFill>
              </a:defRPr>
            </a:pPr>
            <a:r>
              <a:t>added to gameplay. Failed recall = unpersonalized plan.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</a:defRPr>
            </a:pPr>
            <a:r>
              <a:t>Butterbase runs the app.  EverOS makes the tutor remember the child.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